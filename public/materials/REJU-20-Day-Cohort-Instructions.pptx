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031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C:\Users\wifis\reju-site\public\log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29000" y="502920"/>
            <a:ext cx="22860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REJU REJUVENATION EVENT™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20-Day Cohort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Instructions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a day. One transformation at a time.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Aligned with Kat's Legacy · REJU Protocol™ · Bolivia Health Course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834640" y="4434840"/>
            <a:ext cx="3474720" cy="411480"/>
          </a:xfrm>
          <a:prstGeom prst="roundRect">
            <a:avLst>
              <a:gd name="adj" fmla="val 17778"/>
            </a:avLst>
          </a:prstGeom>
          <a:solidFill>
            <a:srgbClr val="120904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834640" y="4434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26B"/>
                </a:solidFill>
              </a:rPr>
              <a:t>rejutkn.com/reju-event-materials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C26B"/>
                </a:solidFill>
              </a:rPr>
              <a:t>WHY YOU ARE HERE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 Diet.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 Reclamation.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Kat's Legacy was born from love under impossible odds.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You are not here to perform perfection — you are here to document honest transformation.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Twenty guided sessions open the door. Your daily log writes the book.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</a:rPr>
              <a:t>Expect a rollercoaster — frustration, breakthrough, doubt, clarity. All of it is data.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35040" y="214884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120904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72200" y="23317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26B"/>
                </a:solidFill>
              </a:rPr>
              <a:t>YOUR PROMISE
</a:t>
            </a:r>
            <a:endParaRPr lang="en-US" sz="1300" dirty="0"/>
          </a:p>
          <a:p>
            <a:pPr marL="0" indent="0">
              <a:buNone/>
            </a:pPr>
            <a:r>
              <a:rPr lang="en-US" sz="1400" i="1" dirty="0">
                <a:solidFill>
                  <a:srgbClr val="E5E7EB"/>
                </a:solidFill>
              </a:rPr>
              <a:t>Show up for 10 minutes.</a:t>
            </a:r>
            <a:endParaRPr lang="en-US" sz="1300" dirty="0"/>
          </a:p>
          <a:p>
            <a:pPr marL="0" indent="0">
              <a:buNone/>
            </a:pPr>
            <a:r>
              <a:rPr lang="en-US" sz="1400" i="1" dirty="0">
                <a:solidFill>
                  <a:srgbClr val="E5E7EB"/>
                </a:solidFill>
              </a:rPr>
              <a:t>Log the truth.</a:t>
            </a:r>
            <a:endParaRPr lang="en-US" sz="1300" dirty="0"/>
          </a:p>
          <a:p>
            <a:pPr marL="0" indent="0">
              <a:buNone/>
            </a:pPr>
            <a:r>
              <a:rPr lang="en-US" sz="1400" i="1" dirty="0">
                <a:solidFill>
                  <a:srgbClr val="E5E7EB"/>
                </a:solidFill>
              </a:rPr>
              <a:t>Trust the protocol.</a:t>
            </a:r>
            <a:endParaRPr lang="en-US" sz="1300" dirty="0"/>
          </a:p>
          <a:p>
            <a:pPr marL="0" indent="0">
              <a:buNone/>
            </a:pPr>
            <a:r>
              <a:rPr lang="en-US" sz="1400" i="1" dirty="0">
                <a:solidFill>
                  <a:srgbClr val="E5E7EB"/>
                </a:solidFill>
              </a:rPr>
              <a:t>Celebrate every victory.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C26B"/>
                </a:solidFill>
              </a:rPr>
              <a:t>HOW THIS COHORT WORKS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20904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C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Cohort Sessions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10 min live · facilitator-led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9144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20904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051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C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38328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Book Days Available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Optional deeper authoring journey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9144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20904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1051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C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26364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Participant ID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Links every log &amp; book chapter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246120"/>
            <a:ext cx="8138160" cy="1417320"/>
          </a:xfrm>
          <a:prstGeom prst="roundRect">
            <a:avLst>
              <a:gd name="adj" fmla="val 5161"/>
            </a:avLst>
          </a:prstGeom>
          <a:solidFill>
            <a:srgbClr val="1A1410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33832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C26B"/>
                </a:solidFill>
              </a:rPr>
              <a:t>About your Transformation Book: </a:t>
            </a:r>
            <a:r>
              <a:rPr lang="en-US" sz="1300" dirty="0">
                <a:solidFill>
                  <a:srgbClr val="E5E7EB"/>
                </a:solidFill>
              </a:rPr>
              <a:t>These 20 sessions guide your cohort experience. Your Daily Transformation Log supports up to 42 days — continue journaling beyond Day 20 if you want a richer, longer book. REJU compiles your chapters at Day 42.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5C26B"/>
                </a:solidFill>
              </a:rPr>
              <a:t>YOUR 20-DAY JOURNEY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941832"/>
            <a:ext cx="320040" cy="3200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261872"/>
            <a:ext cx="0" cy="502920"/>
          </a:xfrm>
          <a:prstGeom prst="line">
            <a:avLst/>
          </a:prstGeom>
          <a:noFill/>
          <a:ln w="254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I — Know Your Body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216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Days 1–4 · Lymph · Immune · Digestion · Awareness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746504"/>
            <a:ext cx="320040" cy="3200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" y="2066544"/>
            <a:ext cx="0" cy="502920"/>
          </a:xfrm>
          <a:prstGeom prst="line">
            <a:avLst/>
          </a:prstGeom>
          <a:noFill/>
          <a:ln w="254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16733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II — Clear the Poison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0208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Days 5–9 · Toxins · Sugar · Mind · Water · Colon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551176"/>
            <a:ext cx="320040" cy="3200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8368" y="2871216"/>
            <a:ext cx="0" cy="502920"/>
          </a:xfrm>
          <a:prstGeom prst="line">
            <a:avLst/>
          </a:prstGeom>
          <a:noFill/>
          <a:ln w="254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24780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III — Fuel the Repair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8254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Days 10–12 · Kat's JOL · Superfoods · Autophagy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355848"/>
            <a:ext cx="320040" cy="3200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8368" y="3675888"/>
            <a:ext cx="0" cy="502920"/>
          </a:xfrm>
          <a:prstGeom prst="line">
            <a:avLst/>
          </a:prstGeom>
          <a:noFill/>
          <a:ln w="254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328269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IV — Live the Protocol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630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Days 13–17 · Detox · Ketosis · Repair · Transition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160520"/>
            <a:ext cx="320040" cy="3200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0120" y="4087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V — Own Your Legacy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Days 18–20 · Body Language · Faith · Celebration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 — KNOW YOUR BODY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E7EB"/>
                </a:solidFill>
              </a:rPr>
              <a:t>Days 1–4 · Lymph · Immune · Digestion · Awareness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1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Welcome, Kat's Legacy &amp; Your Health Benchmark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Introduction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"A father refused to accept the word impossible — and that love became Kat's Legacy, and your protocol."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Kat's Legacy began when Wilson Fischmann refused to accept a brain-dead diagnosis for his daughter Kat — leading to Kat…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This program is not a quick fix; it is a structured commitment to transformation through the REJU Protocol™ and the Fou…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Three maintenance types from the Bolivia course: corrective (repair damage), preventive (stop decline), and autonomous…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Download Kat's Legacy and read the Introduction.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Take baseline photos and write your starting benchmark in the daily transformat…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Save your Participant ID on every entry going forward.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</a:rPr>
              <a:t>End with one Today's Victory — the first of 20+.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2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Lymphatic System — Your Body's Drainage Network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Chapter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"Your body is a living city. When the drainage stops, the whole city floods."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Imagine your body as a city: lymph nodes are waste-processing plants; lymph vessels are garbage truck routes (Kat's Leg…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Key functions: drain waste and toxins, defend against pathogens with immune cells, absorb fats and fat-soluble vitamins.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Lymph has no central pump — it moves through muscle contractions, movement, and deep breathing. Sedentary life stalls t…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Read Kat's Legacy Chapter 1.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Practice 5 minutes of deep diaphragmatic breathing today.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Log lymph-related observations: bloating, swelling, energy — in your daily log.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3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Immune System — Innate &amp; Adaptive Defense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Chapter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"You were born with an army inside you. Stress is the traitor that disarms it."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First barriers: skin, mucous membranes, stomach acid — the city's walls before invaders enter.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Innate immunity: immediate, non-specific — fever, inflammation, macrophages, neutrophils, NK cells.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Adaptive immunity: memory-based — B cells produce antibodies; T cells attack from within. This is the principle behind…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Read Kat's Legacy Chapter 2.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Note any recurring infections, inflammation, or autoimmune patterns in your ben…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Identify one stress source you can reduce today.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4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Digestive System — Foundation of All Health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Chapter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"Every chronic illness conversation eventually returns to one room: your gut."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The gut is not just about food — it houses the microbiome, produces neurotransmitters, and connects to immunity and det…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Processing time matters: the course teaches ~10 hours for digestion — constant eating never lets the system rest.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Leaky gut (intestinal permeability) allows toxins and undigested particles into blood — linking diet to systemic inflam…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Read Kat's Legacy Chapter 3.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Track elimination patterns honestly (frequency, quality) — data, not judgment.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Begin reducing one processed food category from your intake.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II — CLEAR THE POISON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E7EB"/>
                </a:solidFill>
              </a:rPr>
              <a:t>Days 5–9 · Toxins · Sugar · Mind · Water · Colon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5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Toxicity — Hidden Dangers in Food &amp; Environment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Chapter 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"You cannot clean a jar while pouring poison into it. Stop the intake first."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Step one of detoxification: stop ingesting toxins. You cannot clean a dirty jar while pouring mud into it.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Water toxicity: fluoride, BPA bottles, heavy metals — filter and source matter.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Food toxicity: processed meats (nitrites), farmed fish (PCBs, antibiotics), GMOs, grilled PAHs, hydrogenated oils, micr…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Read Kat's Legacy Chapter 4.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Audit your kitchen: list 5 toxic items to remove this week.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Switch one water or food source to a cleaner alternative.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6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Sugar — Metabolic Damage &amp; the Warburg Effect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Chapter 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"Sugar is not comfort — it is fuel for the very inflammation you came here to escape."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Americans consume ~141 lbs of sugar per year — one soda daily = ~15.6 lbs of fat equivalent annually (course math).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Fructose converts to uric acid (gout), raises triglycerides, and drives small dense LDL-B — the dangerous particle.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Sugar suppresses immunity, feeds cancer preferentially (Warburg: cancer lives in acidic, low-oxygen, high-sugar environ…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Read Kat's Legacy Chapter 5.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Eliminate all sodas, juices, and added sugar today.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Read labels — identify hidden sugars in sauces, breads, and 'health' products.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7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Toxicity, Stress &amp; Emotional Eating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Chapter 4 (Mental Toxicity)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"You are not weak when you stress-eat. You are human. Now learn to hear the emotion before the fork."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When stressed, the sympathetic system activates fight-or-flight: blood leaves digestion, immunity suppresses, cortisol…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Emotional eating satisfies a feeling, not hunger — when the emotion returns, the cycle repeats (course: 'eating for sat…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Chronic stress manifests physically: headaches, ulcers, hair loss, irregular cycles, hypertension, insomnia, acne.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Identify your top stress-eating trigger and write it in your log.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Practice 10 minutes of stillness, breath work, or the 'O' meditation system fro…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Record Today's Victory that is emotional, not food-related.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8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Water, Hydration, pH &amp; Alkaline Foundations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Chapter 11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"Water is not background noise. It is the river that carries every healing signal through your body."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Hydration formula (course): body weight in kg ÷ 10 ÷ 3 = liters daily (e.g., 90 kg → 3 L). Book: kg ÷ 30 or half body w…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Morning ritual: warm water + lemon + pinch of Himalayan salt — activates digestion and remineralizes.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Acidity drives osteoporosis, gout, and creates hostile terrain — Otto Warburg linked acidic environments to disease.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Read Kat's Legacy Chapter 11.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Calculate your personal water target and hit it today.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Start morning lemon-salt water ritual.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9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Colon Health, Elimination &amp; Detox Pathways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Chapter 10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"Elimination is not optional — it is the exit door of detox. Open it."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Colon toxicity links to systemic disease — 5–25 lbs of accumulated waste is common before a proper cleanse (course refe…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Tools: prunes (5 after meals, adjust up/down), colon hydrotherapy/colonics on Day 3 of preparation, magnesium, triphala…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Stop toxins in → give digestion rest (10-hour processing window) → flush with water → support with antioxidants.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Read Kat's Legacy Chapter 10.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If in Preparation Phase: follow prune protocol and schedule colon cleanse for D…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Add one fermented food to your day.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III — FUEL THE REPAIR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E7EB"/>
                </a:solidFill>
              </a:rPr>
              <a:t>Days 10–12 · Kat's JOL · Superfoods · Autophagy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10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10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Kat's JOL™ — The Juice of Life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Introduction + Four-Week Reset / Kat's JOL Recipe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"Kat's JOL was tested on a father's own body before it touched his daughter. That is the standard you hold today."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Kat's JOL combines kale, moringa, leafy greens, beets, peas, apple, ginger, citrus, celery, carrot, banana, cucumber, z…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Prepare with alkaline water — yields three 500 ml servings: morning, midday, ~5 PM (last food of the day).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Vegetable soup (weekly, 3×): chard, kale, squash, zucchini, cucumber, onion, garlic, celery, potatoes with skin, cabbag…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Read the Kat's JOL recipe section at the end of Kat's Legacy.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Source ingredients and prepare your first JOL batch — or confirm your supply ch…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Photograph your first JOL — Transformation Book chapter moment.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11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Superfoods, Ferments &amp; Cellular Nutrition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Chapters 3, 6, 11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"You do not need more calories. You need more life in every bite."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Seven essential nutrients framework from the course — vitamins, minerals, protein, fats, carbohydrates (quality not qua…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Superfoods in the protocol: wheatgrass, mushrooms (Chaga), chia, turmeric, ginger, maca, spirulina, flax, cilantro (met…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Kale alone delivers 200% vitamin A, 134% vitamin C, 684% vitamin K per cup — why it anchors JOL.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Add one new superfood from the list to today's JOL or meal.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Read Kat's Legacy Chapter 6 (Energy &amp; Digestion).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Log energy before and after meals — notice fatigue vs. fuel.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12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12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Autophagy — Your Cellular Recycling System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Chapter 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"At hour sixteen, your cells begin to eat what no longer serves them. Let them."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Autophagy (Greek: 'self-eating') — cells recycle damaged components, reduce inflammation, and renew structure (Yoshinor…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Activation timeline: 0–12 hrs glycogen use; 12–16 hrs fat transition; at ~16 hrs autophagy begins meaningfully.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Fasting tiers from the course: 8-hr eating window → 4-hr window → one meal per day — each deepens the clean-up.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Read Kat's Legacy Chapter 7.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If on Week 1: maintain 16:8 fasting with Kat's JOL — note the hour you last eat.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Log mental clarity and inflammation changes as fasting windows hold.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IV — LIVE THE PROTOCOL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E7EB"/>
                </a:solidFill>
              </a:rPr>
              <a:t>Days 13–17 · Detox · Ketosis · Repair · Transition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13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13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Preparation Complete — Week 1 Detoxification Begins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Four-Week Reset — Preparation &amp; Week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"Week one is not punishment. It is permission — permission to finally clear the path."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Preparation recap: warm lemon-salt water, prunes, Day-3 colon cleanse — colon must be ready.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Week 1 schedule: Mon–Sun JOL servings per EVENTO DE SALUD table — Thu reduces midday; Fri–Sat skip midday.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16 hours fasting / 8 hours eating — body clears toxins, depletes glycogen, begins autophagy at hour 16.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Follow today's JOL volume from the Week 1 schedule table in Kat's Legacy.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Complete full daily transformation log with photos.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Confirm 16-hour fast window — write eating window times.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14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14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Ketosis — Fat as Clean Fuel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Chapter 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"Your brain was never meant to run on sugar alone. Ketones are clarity arriving."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Ketosis: liver converts fat to β-hydroxybutyrate, acetoacetate, acetone — anti-inflammatory brain and body fuel.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Carbohydrate ceiling: ~20–50 g/day to maintain ketosis (Kat's Legacy Ch. 8).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The brain uses glucose OR ketones — coconut oil and MCTs supply ketones; Dr. Mary Newport's Alzheimer's case used keton…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Read Kat's Legacy Chapter 8.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If entering Week 2: compress eating to 4-hour window today.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Remove remaining high-carb items from your environment.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15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15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Cellular Repair &amp; The Body's Healing Intelligence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Chapter 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"Surgery holds the wound together. Your body does the healing. Trust the intelligence inside you."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Heart surgery sutures do not heal — they hold tissue while the body repairs (Chronic Illnesses article opening).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Apoptosis: programmed cell death removes damaged cells — autophagy and ketosis support this precision.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Neuroregeneration: peripheral nerves can regrow; ketones support brain repair (course + Newport case).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Read Kat's Legacy Chapter 9.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Take comparison photos — same angles as Day 1.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Practice 10-minute gratitude meditation or prayer.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16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16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Health, Meditation &amp; Emotional Sustainability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Chapter 6 + Four-Week Reset spiritual notes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"Sustainability is not willpower. It is the mind learning to serve the body, not govern it."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Warning signs of mental health strain: sleep changes, isolation, numbness, unexplained pain, hopeless thoughts — seek p…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Meditation tools from course: Wim Hof Method (breath + cold), Eckhart Tolle (present moment), Wayne Dyer (intention), A…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The Gospel of Thomas teaching (course spirituality): make inner like outer — alignment of imagined self and physical ac…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Read Kat's Legacy Chapter 6 (Energy &amp; Digestion).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Try one meditation method from today's session — log how you feel after.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If on Week 3: introduce first light ketogenic meal per schedule.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17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17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3–4 Transition — Soups, Broth &amp; Ketogenic Meals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Four-Week Reset — Weeks 3 &amp; 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"Solids return gently — like spring after winter. Rush it, and you lose everything you built."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Week 3: reduce JOL volumes, introduce ketogenic meals (meat + vegetables) on Sat–Sun per schedule — 16:8 maintained.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Week 4: morning JOL → bone broth midday → ketogenic dinner; vegetable soup 3× weekly; full ketogenic meals by weekend.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Bone broth and vegetable soup provide collagen, minerals, and amino acids without shocking the gut.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Follow your week's schedule table from Kat's Legacy Four-Week Reset.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Prepare bone broth or vegetable soup if scheduled this week.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Log digestive response to reintroduced solids — bloating, energy, satisfaction.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2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V — OWN YOUR LEGACY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E7EB"/>
                </a:solidFill>
              </a:rPr>
              <a:t>Days 18–20 · Body Language · Faith · Celebration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18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18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Body's Language — Alerts, Benchmarks &amp; Longevity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Four-Week Reset — Final Reflections + Introduction goals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"Dry skin, fatigue, cravings — these are not random. They are your body speaking. Learn the language."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Body alerts: dry mouth, dry skin, spots, aches, acne, fatigue, hair loss — each is a message, not random bad luck.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Reset the alarms by responding with protocol adherence — not suppression with snacks or stimulants.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Shift attention from taste pleasure to body need — the course calls this transforming gustatory attention to cellular n…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Re-read your Day 1 benchmark — compare honestly to today.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List 3 body signals you now understand that you ignored before.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Update Health Benchmark™ scores in daily log.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19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19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Healing Methods, Faith &amp; the Rejuvenation Mindset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Chapters 7–10 synthesis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"Science and faith are not opponents here. Gratitude is the amplifier of repair."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Healing traditions converge: Gerson (plant nutrition), Warburg (oxygen + alkaline + no sugar), fasting (autophagy), JOL…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21-day significance from course: 3 weeks × 7 days — habit formation, adulthood metaphor, pattern completion.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Masaru Emoto water intention (Kat's JOL preparation): consciousness in preparation affects the healing vehicle.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Write a gratitude letter to your body — include it in your Transformation Book.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Review all 19 prior daily log entries — notice the arc.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Prepare celebration week intentions: how will you honor completion?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320040"/>
            <a:ext cx="777240" cy="777240"/>
          </a:xfrm>
          <a:prstGeom prst="ellipse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0B0C"/>
                </a:solidFill>
              </a:rPr>
              <a:t>20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258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DAY 20  ·  10 MIN SESSION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6583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Celebration, Maintenance &amp; Authoring Your Legacy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1143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Four-Week Reset — After Completion + Full book arc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417320"/>
            <a:ext cx="8138160" cy="685800"/>
          </a:xfrm>
          <a:prstGeom prst="roundRect">
            <a:avLst>
              <a:gd name="adj" fmla="val 8000"/>
            </a:avLst>
          </a:prstGeom>
          <a:solidFill>
            <a:srgbClr val="120904"/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481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C26B"/>
                </a:solidFill>
              </a:rPr>
              <a:t>"You did not just survive twenty days. You authored the opening chapters of your transformation."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Compare baseline photos and journal to today — the Transformation Book is already being written.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Celebration week is not abandonment — it is integrated maintenance: ketogenic habits, JOL or soups, fasting rhythm, hyd…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Corrective / preventive / autonomous maintenance (Day 1) — you now operate in autonomous mode with REJU support.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0" y="2194560"/>
            <a:ext cx="2926080" cy="1965960"/>
          </a:xfrm>
          <a:prstGeom prst="roundRect">
            <a:avLst>
              <a:gd name="adj" fmla="val 3721"/>
            </a:avLst>
          </a:prstGeom>
          <a:solidFill>
            <a:srgbClr val="1A141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C26B"/>
                </a:solidFill>
              </a:rPr>
              <a:t>YOUR MOVE TODAY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06440" y="2606040"/>
            <a:ext cx="2697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Take final comparison photos for this 20-day instruction arc.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Download and archive all cohort materials from the Google Drive folder.</a:t>
            </a:r>
            <a:endParaRPr lang="en-US" sz="10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E5E7EB"/>
                </a:solidFill>
              </a:rPr>
              <a:t>Submit today's daily log with a comprehensive Today's Victory.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3434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</a:rPr>
              <a:t>Congratulate the cohort. Preview the next 22 days of the full 42-day event protocol.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C"/>
          </a:solidFill>
          <a:ln w="12700">
            <a:solidFill>
              <a:srgbClr val="0B0B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B1A12"/>
          </a:solidFill>
          <a:ln w="12700">
            <a:solidFill>
              <a:srgbClr val="2B1A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-731520"/>
            <a:ext cx="2194560" cy="2194560"/>
          </a:xfrm>
          <a:prstGeom prst="ellipse">
            <a:avLst/>
          </a:prstGeom>
          <a:solidFill>
            <a:srgbClr val="F5C26B">
              <a:alpha val="12000"/>
            </a:srgbClr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6F5320">
              <a:alpha val="30000"/>
            </a:srgbClr>
          </a:solidFill>
          <a:ln w="12700">
            <a:solidFill>
              <a:srgbClr val="6F53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20 Complete.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Book Continues.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5E7EB"/>
                </a:solidFill>
              </a:rPr>
              <a:t>Keep authoring through Day 42 for your fullest Transformation Book.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E5E7EB"/>
                </a:solidFill>
              </a:rPr>
              <a:t>Contact REJU to compile your legacy.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365760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F5C26B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0" y="3657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0B0C"/>
                </a:solidFill>
              </a:rPr>
              <a:t>Today's Victory — write it now.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3222</Words>
  <Application>Microsoft Office PowerPoint</Application>
  <PresentationFormat>On-screen Show (16:9)</PresentationFormat>
  <Paragraphs>327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REJU Token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REJU 20-Day Cohort Daily Instructions</dc:title>
  <dc:subject>REJU Rejuvenation Event — Cohort Meeting Guide</dc:subject>
  <dc:creator>REJU | Wilson Fischmann CA</dc:creator>
  <cp:lastModifiedBy>Wilson Fischmann</cp:lastModifiedBy>
  <cp:revision>1</cp:revision>
  <dcterms:created xsi:type="dcterms:W3CDTF">2026-06-29T04:53:38Z</dcterms:created>
  <dcterms:modified xsi:type="dcterms:W3CDTF">2026-07-07T04:47:25Z</dcterms:modified>
</cp:coreProperties>
</file>